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Generative Residual Networks for Battery RUL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Results Summary | Final PresentationWalkthrough</a:t>
            </a:r>
          </a:p>
          <a:p>
            <a:r>
              <a:t>Submitted by Lead Researcher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Proposed Hybrid SLM-RUL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Synergizes Amazon Chronos (Foundation Model) with localized SLM.</a:t>
            </a:r>
          </a:p>
          <a:p>
            <a:pPr>
              <a:spcAft>
                <a:spcPts val="1400"/>
              </a:spcAft>
            </a:pPr>
            <a:r>
              <a:t>SLM trained on generative residual errors for precise correction.</a:t>
            </a:r>
          </a:p>
          <a:p>
            <a:pPr>
              <a:spcAft>
                <a:spcPts val="1400"/>
              </a:spcAft>
            </a:pPr>
            <a:r>
              <a:t>Confidence-gated fusion ensures robust cross-battery performance.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13509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 1. Schematic of the Hybrid SLM-RUL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 Data Manifold Validation (t-SNE)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Generative augmentation addresses battery cycle-life data scarcity.</a:t>
            </a:r>
          </a:p>
          <a:p>
            <a:pPr>
              <a:spcAft>
                <a:spcPts val="1400"/>
              </a:spcAft>
            </a:pPr>
            <a:r>
              <a:t>t-SNE confirms synthetic samples span the true feature manifold.</a:t>
            </a:r>
          </a:p>
          <a:p>
            <a:pPr>
              <a:spcAft>
                <a:spcPts val="1400"/>
              </a:spcAft>
            </a:pPr>
            <a:r>
              <a:t>Statistical parity verified across B0005, B0006, B0007, and B0018.</a:t>
            </a:r>
          </a:p>
        </p:txBody>
      </p:sp>
      <p:pic>
        <p:nvPicPr>
          <p:cNvPr id="4" name="Picture 3" descr="B0005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3375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 2. Dimensionality reduction for target cell B0005.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III. Intra-Battery Dynamics (Case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Evaluates temporal generalization on individual cell trajectories.</a:t>
            </a:r>
          </a:p>
          <a:p>
            <a:pPr>
              <a:spcAft>
                <a:spcPts val="1400"/>
              </a:spcAft>
            </a:pPr>
            <a:r>
              <a:t>80/20 train-test split on single battery sequences.</a:t>
            </a:r>
          </a:p>
          <a:p>
            <a:pPr>
              <a:spcAft>
                <a:spcPts val="1400"/>
              </a:spcAft>
            </a:pPr>
            <a:r>
              <a:t>Stable Blue (Train) and Green (Val) convergence profiles.</a:t>
            </a:r>
          </a:p>
        </p:txBody>
      </p:sp>
      <p:pic>
        <p:nvPicPr>
          <p:cNvPr id="4" name="Picture 3" descr="loss_c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2791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 3. Case 1 optimization trajectories.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IV. Cross-Battery Stability (Case 3 - LOO)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Most rigorous test: Leave-One-Out (Train 3 / Test 1).</a:t>
            </a:r>
          </a:p>
          <a:p>
            <a:pPr>
              <a:spcAft>
                <a:spcPts val="1400"/>
              </a:spcAft>
            </a:pPr>
            <a:r>
              <a:t>Targets unseen degradation signatures using foundation knowledge.</a:t>
            </a:r>
          </a:p>
          <a:p>
            <a:pPr>
              <a:spcAft>
                <a:spcPts val="1400"/>
              </a:spcAft>
            </a:pPr>
            <a:r>
              <a:t>Consistent tracking of residual error across high-voltage batteries.</a:t>
            </a:r>
          </a:p>
        </p:txBody>
      </p:sp>
      <p:pic>
        <p:nvPicPr>
          <p:cNvPr id="4" name="Picture 3" descr="loss_cas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2791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 4. Case 3 convergence profiles.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V.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Dual-layer Transformer encoder (SLM) for residual learning.</a:t>
            </a:r>
          </a:p>
          <a:p>
            <a:pPr>
              <a:spcAft>
                <a:spcPts val="1400"/>
              </a:spcAft>
            </a:pPr>
            <a:r>
              <a:t>Window Size: 20 | Augmented Samples: 30x</a:t>
            </a:r>
          </a:p>
          <a:p>
            <a:pPr>
              <a:spcAft>
                <a:spcPts val="1400"/>
              </a:spcAft>
            </a:pPr>
            <a:r>
              <a:t>Optimal balance between computational weight and prediction accuracy.</a:t>
            </a:r>
          </a:p>
        </p:txBody>
      </p:sp>
      <p:pic>
        <p:nvPicPr>
          <p:cNvPr id="4" name="Picture 3" descr="comprehensive_hyper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5562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Table 1. Unified hyperparameter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VI. RUL Estimation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Forecasting discharge capacity (Ah) vs. experimental ground truth.</a:t>
            </a:r>
          </a:p>
          <a:p>
            <a:pPr>
              <a:spcAft>
                <a:spcPts val="1400"/>
              </a:spcAft>
            </a:pPr>
            <a:r>
              <a:t>Red Line: Proposed Hybrid Prediction; Blue Line: Actual Data.</a:t>
            </a:r>
          </a:p>
          <a:p>
            <a:pPr>
              <a:spcAft>
                <a:spcPts val="1400"/>
              </a:spcAft>
            </a:pPr>
            <a:r>
              <a:t>Yellow line indicates the start of autonomous recursive forecasting.</a:t>
            </a:r>
          </a:p>
        </p:txBody>
      </p:sp>
      <p:pic>
        <p:nvPicPr>
          <p:cNvPr id="4" name="Picture 3" descr="rul_case1_B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2643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 5. Comparative RUL predictions for cell B0005.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VII. Implementation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Recursive inference logic with ridge-affine calibration.</a:t>
            </a:r>
          </a:p>
          <a:p>
            <a:pPr>
              <a:spcAft>
                <a:spcPts val="1400"/>
              </a:spcAft>
            </a:pPr>
            <a:r>
              <a:t>Residual correction layer addresses non-linear aging dynamics.</a:t>
            </a:r>
          </a:p>
          <a:p>
            <a:pPr>
              <a:spcAft>
                <a:spcPts val="1400"/>
              </a:spcAft>
            </a:pPr>
            <a:r>
              <a:t>Integrated confidence gating for real-time deployment stability.</a:t>
            </a:r>
          </a:p>
        </p:txBody>
      </p:sp>
      <p:pic>
        <p:nvPicPr>
          <p:cNvPr id="4" name="Picture 3" descr="algorithm_pseudo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114800" cy="3500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5943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Algorithm 1. Hybrid SLM-RUL Inference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Performance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Comparative Benchmarking (Proposed vs. Base Paper):</a:t>
            </a:r>
          </a:p>
          <a:p>
            <a:r>
              <a:t>• Error Reduction (MAE): Up to 70%+ improvement across all cases.</a:t>
            </a:r>
          </a:p>
          <a:p>
            <a:r>
              <a:t>• Generalization: Successfully tracks cross-battery dynamics (Case 3).</a:t>
            </a:r>
          </a:p>
          <a:p>
            <a:r>
              <a:t>• Data Efficiency: High efficacy with minimal real-world trajectory training.</a:t>
            </a:r>
          </a:p>
          <a:p>
            <a:br/>
            <a:pPr>
              <a:defRPr b="1">
                <a:solidFill>
                  <a:srgbClr val="1A5276"/>
                </a:solidFill>
              </a:defRPr>
            </a:pPr>
            <a:r>
              <a:t>Verdict: The Hybrid SLM-RUL framework establishes a new SOTA for RUL forecasting on the NASA Lithium-Ion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